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2192000" cy="6858000"/>
  <p:notesSz cx="6858000" cy="12192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slide" Target="slides/slide2.xml"/>
<Relationship Id="rId4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1800"/>
      </a:lvl1pPr>
    </p:bodyStyle>
    <p:otherStyle/>
  </p:txStyles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.png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2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>
            <a:spLocks noGrp="1"/>
          </p:cNvSpPr>
          <p:nvPr/>
        </p:nvSpPr>
        <p:spPr>
          <a:xfrm>
            <a:off x="457200" y="457200"/>
            <a:ext cx="11277600" cy="6858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r>
              <a:rPr lang="fr-FR" sz="2000" b="1" dirty="0"/>
              <a:t>Étape 1</a:t>
            </a:r>
          </a:p>
        </p:txBody>
      </p:sp>
      <p:pic>
        <p:nvPicPr>
          <p:cNvPr id="10" name="Capt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8128" y="1143000"/>
            <a:ext cx="7095744" cy="4434840"/>
          </a:xfrm>
          <a:prstGeom prst="rect">
            <a:avLst/>
          </a:prstGeom>
        </p:spPr>
      </p:pic>
      <p:sp>
        <p:nvSpPr>
          <p:cNvPr id="3" name="Légende"/>
          <p:cNvSpPr>
            <a:spLocks noGrp="1"/>
          </p:cNvSpPr>
          <p:nvPr/>
        </p:nvSpPr>
        <p:spPr>
          <a:xfrm>
            <a:off x="457200" y="5577840"/>
            <a:ext cx="11277600" cy="82296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r>
              <a:rPr lang="fr-FR" sz="1400" b="0" dirty="0"/>
              <a:t>Première capture annotée.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>
            <a:spLocks noGrp="1"/>
          </p:cNvSpPr>
          <p:nvPr/>
        </p:nvSpPr>
        <p:spPr>
          <a:xfrm>
            <a:off x="457200" y="457200"/>
            <a:ext cx="11277600" cy="6858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r>
              <a:rPr lang="fr-FR" sz="2000" b="1" dirty="0"/>
              <a:t/>
            </a:r>
          </a:p>
        </p:txBody>
      </p:sp>
      <p:pic>
        <p:nvPicPr>
          <p:cNvPr id="10" name="Capt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8128" y="1143000"/>
            <a:ext cx="7095744" cy="4434840"/>
          </a:xfrm>
          <a:prstGeom prst="rect">
            <a:avLst/>
          </a:prstGeom>
        </p:spPr>
      </p:pic>
      <p:sp>
        <p:nvSpPr>
          <p:cNvPr id="3" name="Légende"/>
          <p:cNvSpPr>
            <a:spLocks noGrp="1"/>
          </p:cNvSpPr>
          <p:nvPr/>
        </p:nvSpPr>
        <p:spPr>
          <a:xfrm>
            <a:off x="457200" y="5577840"/>
            <a:ext cx="11277600" cy="82296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r>
              <a:rPr lang="fr-FR" sz="1400" b="0" dirty="0"/>
              <a:t/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GEVSTUDIO">
  <a:themeElements>
    <a:clrScheme name="GEVSTUDIO">
      <a:dk1>
        <a:sysClr val="windowText" lastClr="000000"/>
      </a:dk1>
      <a:lt1>
        <a:sysClr val="window" lastClr="FFFFFF"/>
      </a:lt1>
      <a:dk2>
        <a:srgbClr val="23262E"/>
      </a:dk2>
      <a:lt2>
        <a:srgbClr val="F6F4FB"/>
      </a:lt2>
      <a:accent1>
        <a:srgbClr val="1D4ED8"/>
      </a:accent1>
      <a:accent2>
        <a:srgbClr val="22A34F"/>
      </a:accent2>
      <a:accent3>
        <a:srgbClr val="F59117"/>
      </a:accent3>
      <a:accent4>
        <a:srgbClr val="C6302C"/>
      </a:accent4>
      <a:accent5>
        <a:srgbClr val="1A73E8"/>
      </a:accent5>
      <a:accent6>
        <a:srgbClr val="7E96F7"/>
      </a:accent6>
      <a:hlink>
        <a:srgbClr val="1D4ED8"/>
      </a:hlink>
      <a:folHlink>
        <a:srgbClr val="6E727D"/>
      </a:folHlink>
    </a:clrScheme>
    <a:fontScheme name="GEVSTUDIO">
      <a:majorFont>
        <a:latin typeface="DejaVu Sans"/>
        <a:ea typeface=""/>
        <a:cs typeface=""/>
      </a:majorFont>
      <a:minorFont>
        <a:latin typeface="DejaVu Sans"/>
        <a:ea typeface=""/>
        <a:cs typeface=""/>
      </a:minorFont>
    </a:fontScheme>
    <a:fmtScheme name="GEVSTUDIO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